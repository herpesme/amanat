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 · live on Cashfree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28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real rails: one accepts, one refuses.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Cashfree · UPI pre-auth debit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200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captured ₹470 of a ₹620 hold on the sandbox — the debit leg, accepted. The ₹150’s return is unverified; a dated measurement is running.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identical shape, refused: “Capture amount must be equal to the amount authorized” — live rail and docs agree word for word.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amanat.rails.probe_cashfree · python -m amanat.rails.probe · python -m amanat.rails.settle — sandbox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amanat.rails.probe_cashfree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capture, on a live sandbox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beforehand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path runs on a simulator — the mechanism does not.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SBMD access needs PSP enablement, so that path is simulated (every semantic cites its circular). But block → partial-debit → release was measured end to end on Cashfree’s UPI pre-auth sandbox: ₹470 of ₹620, HTTP 200.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amount-contingent settlement for agent-initiated payments</dc:title>
  <dc:subject>PptxGenJS Presentation</dc:subject>
  <dc:creator>Eeshan Singh Pokharia</dc:creator>
  <cp:lastModifiedBy>Eeshan Singh Pokharia</cp:lastModifiedBy>
  <cp:revision>1</cp:revision>
  <dcterms:created xsi:type="dcterms:W3CDTF">2026-09-20T12:58:05Z</dcterms:created>
  <dcterms:modified xsi:type="dcterms:W3CDTF">2026-09-20T12:58:05Z</dcterms:modified>
</cp:coreProperties>
</file>